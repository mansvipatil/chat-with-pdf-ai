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02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3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9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1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4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6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03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62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1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73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14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31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40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76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40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9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Express.js Router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Efficient Routing in Node.js Applications</a:t>
            </a:r>
          </a:p>
          <a:p>
            <a:r>
              <a:t>Nish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Express.js is a web application framework for Node.js.</a:t>
            </a:r>
          </a:p>
          <a:p>
            <a:r>
              <a:t>• It helps manage server-side routing efficiently.</a:t>
            </a:r>
          </a:p>
          <a:p>
            <a:r>
              <a:t>• Router in Express.js allows modular handling of routes.</a:t>
            </a:r>
          </a:p>
          <a:p>
            <a:r>
              <a:t>• Makes code more organized and maintainable.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Routing?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Routing refers to defining application endpoints and handling HTTP requests.</a:t>
            </a:r>
          </a:p>
          <a:p>
            <a:r>
              <a:t>• Express.js provides a simple way to define routes for different HTTP methods.</a:t>
            </a:r>
          </a:p>
          <a:p>
            <a:r>
              <a:t>• It allows us to create clean and modular route structures.</a:t>
            </a:r>
          </a:p>
          <a:p>
            <a:r>
              <a:t>• Example routes include:</a:t>
            </a:r>
          </a:p>
          <a:p>
            <a:r>
              <a:t>  - GET /home → Fetch home page</a:t>
            </a:r>
          </a:p>
          <a:p>
            <a:r>
              <a:t>  - POST /login → Handle user login</a:t>
            </a:r>
          </a:p>
          <a:p>
            <a:r>
              <a:t>  - PUT /update → Update data</a:t>
            </a:r>
          </a:p>
          <a:p>
            <a:r>
              <a:t>  - DELETE /remove → Delete an item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&amp;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</a:t>
            </a:r>
          </a:p>
          <a:p>
            <a:r>
              <a:rPr dirty="0"/>
              <a:t>• Express Router is a built-in module that helps define routes modularly.</a:t>
            </a:r>
          </a:p>
          <a:p>
            <a:r>
              <a:rPr dirty="0"/>
              <a:t>• It enables separation of concerns by grouping related routes.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16973" y="4561608"/>
            <a:ext cx="75126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dirty="0"/>
              <a:t>const express = require('express');</a:t>
            </a:r>
          </a:p>
          <a:p>
            <a:pPr>
              <a:defRPr sz="1400">
                <a:latin typeface="Courier New"/>
              </a:defRPr>
            </a:pPr>
            <a:r>
              <a:rPr dirty="0"/>
              <a:t>const router = </a:t>
            </a:r>
            <a:r>
              <a:rPr dirty="0" err="1"/>
              <a:t>express.Router</a:t>
            </a:r>
            <a:r>
              <a:rPr dirty="0"/>
              <a:t>(</a:t>
            </a:r>
            <a:r>
              <a:rPr lang="en-IN" dirty="0"/>
              <a:t>);</a:t>
            </a:r>
          </a:p>
          <a:p>
            <a:pPr>
              <a:defRPr sz="1400">
                <a:latin typeface="Courier New"/>
              </a:defRPr>
            </a:pPr>
            <a:endParaRPr lang="en-IN" dirty="0"/>
          </a:p>
          <a:p>
            <a:pPr>
              <a:defRPr sz="1400">
                <a:latin typeface="Courier New"/>
              </a:defRPr>
            </a:pPr>
            <a:r>
              <a:rPr lang="en-US" dirty="0" err="1"/>
              <a:t>router.get</a:t>
            </a:r>
            <a:r>
              <a:rPr lang="en-US" dirty="0"/>
              <a:t>('/', (req, res) =&gt; {</a:t>
            </a:r>
          </a:p>
          <a:p>
            <a:pPr>
              <a:defRPr sz="1400">
                <a:latin typeface="Courier New"/>
              </a:defRPr>
            </a:pPr>
            <a:r>
              <a:rPr lang="en-US" dirty="0"/>
              <a:t>    </a:t>
            </a:r>
            <a:r>
              <a:rPr lang="en-US" dirty="0" err="1"/>
              <a:t>res.send</a:t>
            </a:r>
            <a:r>
              <a:rPr lang="en-US" dirty="0"/>
              <a:t>('Welcome to Home Page');</a:t>
            </a:r>
          </a:p>
          <a:p>
            <a:pPr>
              <a:defRPr sz="1400">
                <a:latin typeface="Courier New"/>
              </a:defRPr>
            </a:pPr>
            <a:r>
              <a:rPr dirty="0"/>
              <a:t>});</a:t>
            </a:r>
          </a:p>
          <a:p>
            <a:pPr>
              <a:defRPr sz="1400">
                <a:latin typeface="Courier New"/>
              </a:defRPr>
            </a:pPr>
            <a:endParaRPr dirty="0"/>
          </a:p>
          <a:p>
            <a:pPr>
              <a:defRPr sz="1400">
                <a:latin typeface="Courier New"/>
              </a:defRPr>
            </a:pPr>
            <a:r>
              <a:rPr dirty="0" err="1"/>
              <a:t>module.exports</a:t>
            </a:r>
            <a:r>
              <a:rPr dirty="0"/>
              <a:t> = router;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 Implementing routes in a blogging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2518"/>
            <a:ext cx="7772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dirty="0"/>
              <a:t>const express = require('express');</a:t>
            </a:r>
          </a:p>
          <a:p>
            <a:pPr>
              <a:defRPr sz="1400">
                <a:latin typeface="Courier New"/>
              </a:defRPr>
            </a:pPr>
            <a:r>
              <a:rPr dirty="0"/>
              <a:t>const app = express();</a:t>
            </a:r>
          </a:p>
          <a:p>
            <a:pPr>
              <a:defRPr sz="1400">
                <a:latin typeface="Courier New"/>
              </a:defRPr>
            </a:pPr>
            <a:r>
              <a:rPr dirty="0"/>
              <a:t>const </a:t>
            </a:r>
            <a:r>
              <a:rPr dirty="0" err="1"/>
              <a:t>postRoutes</a:t>
            </a:r>
            <a:r>
              <a:rPr dirty="0"/>
              <a:t> = require('./routes/posts');</a:t>
            </a:r>
          </a:p>
          <a:p>
            <a:pPr>
              <a:defRPr sz="1400">
                <a:latin typeface="Courier New"/>
              </a:defRPr>
            </a:pPr>
            <a:endParaRPr dirty="0"/>
          </a:p>
          <a:p>
            <a:pPr>
              <a:defRPr sz="1400">
                <a:latin typeface="Courier New"/>
              </a:defRPr>
            </a:pPr>
            <a:r>
              <a:rPr dirty="0" err="1"/>
              <a:t>app.use</a:t>
            </a:r>
            <a:r>
              <a:rPr dirty="0"/>
              <a:t>('/posts', </a:t>
            </a:r>
            <a:r>
              <a:rPr dirty="0" err="1"/>
              <a:t>postRoutes</a:t>
            </a:r>
            <a:r>
              <a:rPr dirty="0"/>
              <a:t>);</a:t>
            </a:r>
          </a:p>
          <a:p>
            <a:pPr>
              <a:defRPr sz="1400">
                <a:latin typeface="Courier New"/>
              </a:defRPr>
            </a:pPr>
            <a:endParaRPr dirty="0"/>
          </a:p>
          <a:p>
            <a:pPr>
              <a:defRPr sz="1400">
                <a:latin typeface="Courier New"/>
              </a:defRPr>
            </a:pPr>
            <a:r>
              <a:rPr dirty="0" err="1"/>
              <a:t>app.listen</a:t>
            </a:r>
            <a:r>
              <a:rPr dirty="0"/>
              <a:t>(3000, () =&gt; console.log('Server running on port 3000'));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✅ Advantages:</a:t>
            </a:r>
          </a:p>
          <a:p>
            <a:r>
              <a:t>• Enhances modularity and maintainability.</a:t>
            </a:r>
          </a:p>
          <a:p>
            <a:r>
              <a:t>• Improves code organization.</a:t>
            </a:r>
          </a:p>
          <a:p>
            <a:r>
              <a:t>• Helps in defining middleware for specific routes.</a:t>
            </a:r>
          </a:p>
          <a:p>
            <a:endParaRPr/>
          </a:p>
          <a:p>
            <a:r>
              <a:t>❌ Disadvantages:</a:t>
            </a:r>
          </a:p>
          <a:p>
            <a:r>
              <a:t>• Requires extra files and structuring.</a:t>
            </a:r>
          </a:p>
          <a:p>
            <a:r>
              <a:t>• Misconfiguration can lead to debugging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Express.js Router is essential for managing routes efficiently in web applications.</a:t>
            </a:r>
          </a:p>
          <a:p>
            <a:r>
              <a:t>• It improves code scalability and organization.</a:t>
            </a:r>
          </a:p>
          <a:p>
            <a:r>
              <a:t>• Ideal for building modular, structured applications.</a:t>
            </a:r>
          </a:p>
          <a:p>
            <a:r>
              <a:t>• Helps in handling middleware and APIs effectively.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358</Words>
  <Application>Microsoft Office PowerPoint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Introduction to Express.js Router</vt:lpstr>
      <vt:lpstr>Introduction</vt:lpstr>
      <vt:lpstr>What is Routing?</vt:lpstr>
      <vt:lpstr>Definition &amp; Syntax</vt:lpstr>
      <vt:lpstr>Real-World Example</vt:lpstr>
      <vt:lpstr>Advantages &amp; Disadvantages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Mansvi Patil</dc:creator>
  <cp:keywords/>
  <dc:description>generated using python-pptx</dc:description>
  <cp:lastModifiedBy>919428538344</cp:lastModifiedBy>
  <cp:revision>2</cp:revision>
  <dcterms:created xsi:type="dcterms:W3CDTF">2013-01-27T09:14:16Z</dcterms:created>
  <dcterms:modified xsi:type="dcterms:W3CDTF">2025-02-24T16:30:39Z</dcterms:modified>
  <cp:category/>
</cp:coreProperties>
</file>